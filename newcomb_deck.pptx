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The claim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Newcomb decision-theory in small/mid LLMs — week-in-review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2D3D"/>
                </a:solidFill>
              </a:defRPr>
            </a:pPr>
            <a:r>
              <a:t>A small/mid LLM doesn't fail Newcomb because it can't do the math — it fails because of a DISPOSITION at the action-commitment step that overrides explicit computation, sharpens with scale, and is dissolved only by test-time reasoning.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Competence (slope) and disposition (intercept) are orthogonal and separately movable: RL moves the lean, not the rule.</a:t>
            </a:r>
          </a:p>
        </p:txBody>
      </p:sp>
      <p:pic>
        <p:nvPicPr>
          <p:cNvPr id="4" name="Picture 3" descr="money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11247120" cy="2431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How we got there — every alternative explanation, tested and killed</a:t>
            </a:r>
          </a:p>
        </p:txBody>
      </p:sp>
      <p:pic>
        <p:nvPicPr>
          <p:cNvPr id="3" name="Picture 2" descr="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680960" cy="53083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280160"/>
            <a:ext cx="3703320" cy="4937760"/>
          </a:xfrm>
          <a:prstGeom prst="rect">
            <a:avLst/>
          </a:prstGeom>
          <a:solidFill>
            <a:srgbClr val="EEF3FB"/>
          </a:solidFill>
          <a:ln w="19050">
            <a:solidFill>
              <a:srgbClr val="2E5C8A"/>
            </a:solidFill>
          </a:ln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F2D3D"/>
                </a:solidFill>
              </a:defRPr>
            </a:pPr>
            <a:r>
              <a:t>INTERCEPT vs SLOPE.</a:t>
            </a:r>
            <a:br/>
            <a:br/>
            <a:r>
              <a:t>Across every RL arm the model's overall LEAN (intercept) moves freely — any direction, even against its prior — but the p-conditional RULE (slope) never forms.</a:t>
            </a:r>
            <a:br/>
            <a:br/>
            <a:r>
              <a:t>RL elicits/reweights latent disposition; it does not install competence.</a:t>
            </a:r>
            <a:br/>
            <a:br/>
            <a:r>
              <a:t>→ confirmed at the logit level, per-item, and under a fair conditioning-only objective.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Disposition ≠ capability — two receipts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D3D"/>
                </a:solidFill>
              </a:defRPr>
            </a:pPr>
            <a:r>
              <a:t>• Capability / disposition matrix (the model can; it won't):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743200"/>
                <a:gridCol w="292608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no-think reflex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tracks p when reasoning?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1-box @ p=.99 given full EV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~0.83 one-box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no (flat, de-noised)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~0.53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14B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~0.50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weak (+0.09, n.s.)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0–15%  (worse!)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scale ⇒ more CDT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R1-8B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1.00 one-box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YES (slope, crossover p*)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— follows EV in CoT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reasoning ⇒ EV-rational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D3D"/>
                </a:solidFill>
              </a:defRPr>
            </a:pPr>
            <a:r>
              <a:t>• RL moves only the intercept (logit level) — four arms, four levels, slope ≈ 0: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794760"/>
          <a:ext cx="112471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1645920"/>
                <a:gridCol w="3749039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RL arm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P(non-CDT)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logit margin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slope in p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what RL did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0.805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+3.46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≈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causal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−18.16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≈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saturated two-box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evidential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0.457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−0.51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≈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pushed to indifference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modelpred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+8.36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≈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D"/>
                          </a:solidFill>
                        </a:defRPr>
                      </a:pPr>
                      <a:r>
                        <a:t>sharpened one-box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RL moves the level, never the shape — only reasoning bends the curve</a:t>
            </a:r>
          </a:p>
        </p:txBody>
      </p:sp>
      <p:pic>
        <p:nvPicPr>
          <p:cNvPr id="3" name="Picture 2" descr="k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234440"/>
            <a:ext cx="7772400" cy="5144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D3D"/>
                </a:solidFill>
              </a:defRPr>
            </a:pPr>
            <a:r>
              <a:t>• Flat in p = recitation/disposition; a step at p* = structural EV reasoning. Only R1 (reasoning) tracks p, with the crossover at the theoretical p*=0.8.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“We handed it the answer and it still wouldn't act on it”</a:t>
            </a:r>
          </a:p>
        </p:txBody>
      </p:sp>
      <p:pic>
        <p:nvPicPr>
          <p:cNvPr id="3" name="Picture 2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34440"/>
            <a:ext cx="7589520" cy="4333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F2D3D"/>
                </a:solidFill>
              </a:defRPr>
            </a:pPr>
            <a:r>
              <a:t>• Supplying the EV raises P(optimal) at LOW p (where EV agrees with grabbing the guaranteed box) but FLIPS it negative at HIGH p — the 14B one-boxes 0–15% at p=0.99 even told “EV(one-box) &gt; EV(two-box)”. Spelling out the math is counter-productive: it surfaces the guaranteed reward.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What would INSTALL the rule? — the R1 self-snapshot game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running now; preliminary</a:t>
            </a:r>
          </a:p>
        </p:txBody>
      </p:sp>
      <p:pic>
        <p:nvPicPr>
          <p:cNvPr id="3" name="Picture 2" descr="r1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3207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F2D3D"/>
                </a:solidFill>
              </a:defRPr>
            </a:pPr>
            <a:r>
              <a:t>• Predictor = a lagging copy of the policy that ALSO reasons → p_eff tracks p (the lever the p-blind 3B lacked).</a:t>
            </a:r>
          </a:p>
          <a:p>
            <a:pPr>
              <a:spcAft>
                <a:spcPts val="400"/>
              </a:spcAft>
              <a:defRPr sz="1250">
                <a:solidFill>
                  <a:srgbClr val="1F2D3D"/>
                </a:solidFill>
              </a:defRPr>
            </a:pPr>
            <a:r>
              <a:t>• 0b confirmed it: R1's reasoned prediction tracks p, slope +0.50.</a:t>
            </a:r>
          </a:p>
          <a:p>
            <a:pPr>
              <a:spcAft>
                <a:spcPts val="400"/>
              </a:spcAft>
              <a:defRPr sz="1250">
                <a:solidFill>
                  <a:srgbClr val="1F2D3D"/>
                </a:solidFill>
              </a:defRPr>
            </a:pPr>
            <a:r>
              <a:t>• Preliminary (step 0): base R1 already conditional — K@p0.5=0.50, K@p0.99=0.75, slope +0.25.</a:t>
            </a:r>
          </a:p>
          <a:p>
            <a:pPr>
              <a:spcAft>
                <a:spcPts val="400"/>
              </a:spcAft>
              <a:defRPr sz="1250">
                <a:solidFill>
                  <a:srgbClr val="1F2D3D"/>
                </a:solidFill>
              </a:defRPr>
            </a:pPr>
            <a:r>
              <a:t>• Full 30-step trajectory in progress → does the conditional rule PERSIST (positive) or COLLAPSE to a uniform lean?</a:t>
            </a:r>
          </a:p>
          <a:p>
            <a:pPr>
              <a:spcAft>
                <a:spcPts val="400"/>
              </a:spcAft>
              <a:defRPr sz="1050">
                <a:solidFill>
                  <a:srgbClr val="555555"/>
                </a:solidFill>
              </a:defRPr>
            </a:pPr>
            <a:r>
              <a:t>    – 3B analogue (built): two self-fulfilling basins; the R1 bet is a *conditional* fixed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Was the CDT lean just a prompt artifact? — partly, but modest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F2D3D"/>
                </a:solidFill>
              </a:defRPr>
            </a:pPr>
            <a:r>
              <a:t>• Abstract (m0): “the process correctly identifies the choices of agents like you X% of the time” — a population statistic a causal reasoner is RIGHT to treat as non-binding.</a:t>
            </a:r>
          </a:p>
          <a:p>
            <a:pPr>
              <a:spcAft>
                <a:spcPts val="400"/>
              </a:spcAft>
              <a:defRPr sz="1350">
                <a:solidFill>
                  <a:srgbClr val="1F2D3D"/>
                </a:solidFill>
              </a:defRPr>
            </a:pPr>
            <a:r>
              <a:t>• Binding (m3): “…executes an exact copy of your own decision procedure on this very problem…” — the honest framing for a self-snapshot predictor.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88920"/>
          <a:ext cx="8686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predictor framing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one-box rate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credence gap_adj (→p-tracking)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m0  statistical (abstract)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m0pad  length 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m1  individual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m2  process-scan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m3  exact-copy (binding)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0" y="2788920"/>
            <a:ext cx="2560320" cy="2194560"/>
          </a:xfrm>
          <a:prstGeom prst="rect">
            <a:avLst/>
          </a:prstGeom>
          <a:solidFill>
            <a:srgbClr val="EEF3FB"/>
          </a:solidFill>
          <a:ln w="19050">
            <a:solidFill>
              <a:srgbClr val="2E5C8A"/>
            </a:solidFill>
          </a:ln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F2D3D"/>
                </a:solidFill>
              </a:defRPr>
            </a:pPr>
            <a:r>
              <a:t>Credibility lifts EDT m0→m3 (placebo-controlled) — but only ~10 pts.</a:t>
            </a:r>
            <a:br/>
            <a:br/>
            <a:r>
              <a:t>Dominance SURVIVES the most binding predictor (softened, not dissolved). Framing explains a slice; the disposition is robust to credibility.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Caveats, confounders &amp; next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D3D"/>
                </a:solidFill>
              </a:defRPr>
            </a:pPr>
            <a:r>
              <a:t>• CAVEATS / CONFOUNDERS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Small/mid models; several single-run n≈12–20 cells (14B especially).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14B&gt;3B-CDT direction suggestive, mechanism open (sharper deliberation? tuning? noise?).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Abstract-prompt confound real but modest (≤10 pts).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“reflex-EDT / CoT-CDT” is a small-model fact: reflex drifts off EDT with scale, and R1 *reasoning* ≠ 3B *CoT* (different operations) — “deliberation→CDT” is not scale-invariant.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Discipline: many apparent effects dissolved under de-noising (+0.50 CoT slope, +0.16 SFT slope, causal-flip = KL artifact). Reported claims are the survivors.</a:t>
            </a:r>
          </a:p>
          <a:p>
            <a:pPr>
              <a:spcAft>
                <a:spcPts val="400"/>
              </a:spcAft>
              <a:defRPr sz="1400">
                <a:solidFill>
                  <a:srgbClr val="1F2D3D"/>
                </a:solidFill>
              </a:defRPr>
            </a:pPr>
            <a:r>
              <a:t>• FURTHER WORK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R1 self-snapshot iterated game (running) — does self-reference install/stabilize the conditional rule?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Seeded in-family CDT ladder (0.5B→32B) — confirm/explain 14B&gt;3B; cuts against capability→EDT.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  – Reflex × CoT × native-reasoning matrix; anti-Newcomb camouflage (Newcomb-story vs genuine EV-action failure).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